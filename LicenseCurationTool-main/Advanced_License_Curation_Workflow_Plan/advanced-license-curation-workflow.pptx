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System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 Effort</c:v>
                  </c:pt>
                  <c:pt idx="1">
                    <c:v>Coverage</c:v>
                  </c:pt>
                  <c:pt idx="2">
                    <c:v>Response Time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65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System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 Effort</c:v>
                  </c:pt>
                  <c:pt idx="1">
                    <c:v>Coverage</c:v>
                  </c:pt>
                  <c:pt idx="2">
                    <c:v>Response Time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95</c:v>
                </c:pt>
                <c:pt idx="2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Metric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Value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ORT Analyzer</c:v>
                  </c:pt>
                  <c:pt idx="1">
                    <c:v>Extract</c:v>
                  </c:pt>
                  <c:pt idx="2">
                    <c:v>ScanCode</c:v>
                  </c:pt>
                  <c:pt idx="3">
                    <c:v>AI Report</c:v>
                  </c:pt>
                  <c:pt idx="4">
                    <c:v>Deploy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10</c:v>
                </c:pt>
                <c:pt idx="2">
                  <c:v>45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Workflow Stage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Time (minutes)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Policy Check</c:v>
                  </c:pt>
                  <c:pt idx="1">
                    <c:v>Alt Finder</c:v>
                  </c:pt>
                  <c:pt idx="2">
                    <c:v>Change Monitor</c:v>
                  </c:pt>
                  <c:pt idx="3">
                    <c:v>Reporting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90</c:v>
                </c:pt>
                <c:pt idx="2">
                  <c:v>100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Component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Automation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Package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Approved</c:v>
                </c:pt>
                <c:pt idx="1">
                  <c:v>Conditional</c:v>
                </c:pt>
                <c:pt idx="2">
                  <c:v>Forbidden</c:v>
                </c:pt>
                <c:pt idx="3">
                  <c:v>Unknown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84</c:v>
                </c:pt>
                <c:pt idx="1">
                  <c:v>10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Alt 1</c:v>
                  </c:pt>
                  <c:pt idx="1">
                    <c:v>Alt 2</c:v>
                  </c:pt>
                  <c:pt idx="2">
                    <c:v>Alt 3</c:v>
                  </c:pt>
                  <c:pt idx="3">
                    <c:v>Alt 4</c:v>
                  </c:pt>
                  <c:pt idx="4">
                    <c:v>Alt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</c:v>
                </c:pt>
                <c:pt idx="1">
                  <c:v>0.88</c:v>
                </c:pt>
                <c:pt idx="2">
                  <c:v>0.85</c:v>
                </c:pt>
                <c:pt idx="3">
                  <c:v>0.78</c:v>
                </c:pt>
                <c:pt idx="4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Alternative Package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Compatibility 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Changes Detected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  <c:pt idx="2">
                  <c:v>7</c:v>
                </c:pt>
                <c:pt idx="3">
                  <c:v>2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License Changes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Effort Reduction</c:v>
                  </c:pt>
                  <c:pt idx="1">
                    <c:v>Coverage Increase</c:v>
                  </c:pt>
                  <c:pt idx="2">
                    <c:v>Speed Improvement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35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Metric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Improvement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Score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72</c:v>
                </c:pt>
                <c:pt idx="2">
                  <c:v>78</c:v>
                </c:pt>
                <c:pt idx="3">
                  <c:v>85</c:v>
                </c:pt>
                <c:pt idx="4">
                  <c:v>89</c:v>
                </c:pt>
                <c:pt idx="5">
                  <c:v>93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Time Period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F1F5F9"/>
                    </a:solidFill>
                    <a:latin typeface="Arial"/>
                  </a:rPr>
                  <a:t>Compliance Score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Critical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82.5</c:v>
                </c:pt>
                <c:pt idx="1">
                  <c:v>13.3</c:v>
                </c:pt>
                <c:pt idx="2">
                  <c:v>3.7</c:v>
                </c:pt>
                <c:pt idx="3">
                  <c:v>0.5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7898" y="895350"/>
            <a:ext cx="62082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License Curation Workflow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24258" y="2571750"/>
            <a:ext cx="58953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Open Source Compliance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466165" y="3409950"/>
            <a:ext cx="42116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System Overview &amp; Comparison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82978" y="3943350"/>
            <a:ext cx="4377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License Compliance Team | January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pic>
        <p:nvPicPr>
          <p:cNvPr id="3" name="Image 0" descr="/tmp/rasterized-gradient-7ffa51a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028700"/>
            <a:ext cx="85344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800" y="10287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" y="1371600"/>
            <a:ext cx="8705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comprehensive, policy-driven license compliance system with automated enforcement, intelligent recommendations, and historical tracking.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4800" y="2019300"/>
            <a:ext cx="2743200" cy="10668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32816" y="21717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32816" y="270510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Effort Reduction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0400" y="2019300"/>
            <a:ext cx="2743200" cy="10668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28416" y="21717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328416" y="270510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Coverage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96000" y="2019300"/>
            <a:ext cx="2743200" cy="10668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24016" y="21717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224016" y="270510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Response Time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04800" y="3238500"/>
          <a:ext cx="8534400" cy="1333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We Faced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657350"/>
            <a:ext cx="4096494" cy="495300"/>
          </a:xfrm>
          <a:prstGeom prst="roundRect">
            <a:avLst>
              <a:gd name="adj" fmla="val 1230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657350"/>
            <a:ext cx="0" cy="49530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" y="1657350"/>
            <a:ext cx="4139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Licenses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" y="1924050"/>
            <a:ext cx="41395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with NOASSERTION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4800" y="2228850"/>
            <a:ext cx="4096494" cy="495300"/>
          </a:xfrm>
          <a:prstGeom prst="roundRect">
            <a:avLst>
              <a:gd name="adj" fmla="val 1230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2228850"/>
            <a:ext cx="0" cy="49530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" y="2228850"/>
            <a:ext cx="4139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Information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" y="2495550"/>
            <a:ext cx="41395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 vs ScanCode vs PyPI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4800" y="2800350"/>
            <a:ext cx="4096494" cy="495300"/>
          </a:xfrm>
          <a:prstGeom prst="roundRect">
            <a:avLst>
              <a:gd name="adj" fmla="val 1230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2800350"/>
            <a:ext cx="0" cy="49530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" y="2800350"/>
            <a:ext cx="4139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Violations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" y="3067050"/>
            <a:ext cx="41395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 deployed against policy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4800" y="3371850"/>
            <a:ext cx="4096494" cy="495300"/>
          </a:xfrm>
          <a:prstGeom prst="roundRect">
            <a:avLst>
              <a:gd name="adj" fmla="val 1230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3850" y="3371850"/>
            <a:ext cx="0" cy="49530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" y="3371850"/>
            <a:ext cx="4139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Changes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" y="3638550"/>
            <a:ext cx="41395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to AGPL undetected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5766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System: Basic ORT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009650"/>
            <a:ext cx="3917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Could 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1466850"/>
            <a:ext cx="3840361" cy="2667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504950"/>
            <a:ext cx="391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Analyze dependencies with 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4800" y="1809750"/>
            <a:ext cx="3840361" cy="2667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847850"/>
            <a:ext cx="391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Extract uncertain packages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4800" y="2152650"/>
            <a:ext cx="3840361" cy="2667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800" y="2190750"/>
            <a:ext cx="391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Scan with ScanCode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800" y="2495550"/>
            <a:ext cx="3840361" cy="2667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4800" y="2533650"/>
            <a:ext cx="391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Generate AI recommendations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4800" y="2838450"/>
            <a:ext cx="3840361" cy="2667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4800" y="2876550"/>
            <a:ext cx="391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Deploy reports to GitHub Pages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4800" y="3181350"/>
            <a:ext cx="3917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Could NOT 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4800" y="3638550"/>
            <a:ext cx="3840361" cy="2667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3850" y="3638550"/>
            <a:ext cx="0" cy="26670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" y="3676650"/>
            <a:ext cx="3878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policy enforcement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4800" y="3981450"/>
            <a:ext cx="3840361" cy="2667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3850" y="3981450"/>
            <a:ext cx="0" cy="26670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" y="4019550"/>
            <a:ext cx="3878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alternative finding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4800" y="4324350"/>
            <a:ext cx="3840361" cy="2667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3850" y="4324350"/>
            <a:ext cx="0" cy="26670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" y="4362450"/>
            <a:ext cx="3878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change monitoring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449961" y="1154311"/>
          <a:ext cx="4389239" cy="32919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7704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System: Complete Policy-Driven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16205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compliance system with three major innovations:</a:t>
            </a:r>
            <a:endParaRPr lang="en-US" sz="1200" dirty="0"/>
          </a:p>
        </p:txBody>
      </p:sp>
      <p:pic>
        <p:nvPicPr>
          <p:cNvPr id="4" name="Image 0" descr="/tmp/rasterized-gradient-cb238e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504950"/>
            <a:ext cx="2743200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800" y="1504950"/>
            <a:ext cx="279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Checker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04800" y="1847850"/>
            <a:ext cx="2798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enforcement with scoring</a:t>
            </a:r>
            <a:endParaRPr lang="en-US" sz="1050" dirty="0"/>
          </a:p>
        </p:txBody>
      </p:sp>
      <p:pic>
        <p:nvPicPr>
          <p:cNvPr id="7" name="Image 1" descr="/tmp/rasterized-gradient-a35c8c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00200"/>
            <a:ext cx="2743200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1600200"/>
            <a:ext cx="279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Finder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200400" y="1943100"/>
            <a:ext cx="27980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package recommendations</a:t>
            </a:r>
            <a:endParaRPr lang="en-US" sz="1050" dirty="0"/>
          </a:p>
        </p:txBody>
      </p:sp>
      <p:pic>
        <p:nvPicPr>
          <p:cNvPr id="10" name="Image 2" descr="/tmp/rasterized-gradient-f83516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0200"/>
            <a:ext cx="2743200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6000" y="1600200"/>
            <a:ext cx="279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Monitor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096000" y="1943100"/>
            <a:ext cx="27980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license tracking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04800" y="2343150"/>
            <a:ext cx="2743200" cy="9144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32816" y="2495550"/>
            <a:ext cx="24871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0-100%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432816" y="2914650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Score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200400" y="2343150"/>
            <a:ext cx="2743200" cy="9144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328416" y="2495550"/>
            <a:ext cx="24871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3328416" y="2914650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Detection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096000" y="2343150"/>
            <a:ext cx="2743200" cy="9144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224016" y="2495550"/>
            <a:ext cx="24871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6224016" y="2914650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System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04800" y="3333750"/>
          <a:ext cx="853440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1: Policy Checker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60960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Enforcement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" y="1238250"/>
            <a:ext cx="4267200" cy="21336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90650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733550"/>
            <a:ext cx="396240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policy database in YAML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Auto-categorize packages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score calculation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 assessment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CI/CD on violations</a:t>
            </a:r>
            <a:endParaRPr lang="en-US" sz="1350" dirty="0"/>
          </a:p>
        </p:txBody>
      </p:sp>
      <p:pic>
        <p:nvPicPr>
          <p:cNvPr id="7" name="Image 0" descr="/tmp/rasterized-gradient-db3478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448050"/>
            <a:ext cx="4267200" cy="1104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4800" y="3448050"/>
            <a:ext cx="4352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4800" y="3752850"/>
            <a:ext cx="4352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87%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4800" y="4019550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84% Approved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04800" y="4286250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10% Conditional</a:t>
            </a:r>
            <a:endParaRPr lang="en-US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76800" y="1409700"/>
          <a:ext cx="39624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634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2: Alternative Package Finder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60960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Replacement 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" y="838200"/>
            <a:ext cx="4191000" cy="21336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906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Scoring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333500"/>
            <a:ext cx="388620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compatibility (40%)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Popularity/downloads (25%)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status (20%)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quality (10%)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track record (5%)</a:t>
            </a:r>
            <a:endParaRPr lang="en-US" sz="1350" dirty="0"/>
          </a:p>
        </p:txBody>
      </p:sp>
      <p:pic>
        <p:nvPicPr>
          <p:cNvPr id="7" name="Image 0" descr="/tmp/rasterized-gradient-769034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1066800"/>
            <a:ext cx="4191000" cy="167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12192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00600" y="1562100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Package: pycutest (GPL-3.0) - FORBIDDEN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00600" y="17907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cutest-alt (MIT) - Score: 0.92 ⭐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00600" y="20574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optimization-lib (Apache-2.0) - 0.88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00600" y="23241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solver-toolkit (BSD-3) - 0.85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04800" y="3124200"/>
          <a:ext cx="85344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2852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3: License Change Monitor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60960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License Tracking &amp; Alerts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800" y="108585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2382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Assessment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581150"/>
            <a:ext cx="38862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CRITICAL: Permissive → Copyleft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HIGH: Unusual changes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MEDIUM: Version changes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ℹ LOW: Minor changes</a:t>
            </a:r>
            <a:endParaRPr lang="en-US" sz="1350" dirty="0"/>
          </a:p>
        </p:txBody>
      </p:sp>
      <p:pic>
        <p:nvPicPr>
          <p:cNvPr id="7" name="Image 0" descr="/tmp/rasterized-gradient-a2763c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723900"/>
            <a:ext cx="4191000" cy="2552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8763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 Example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00600" y="12192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CRITICAL LICENSE CHANGE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00600" y="14859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Package: requests 2.29.0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00600" y="17526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Previous: MIT → Current: GPL-3.0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00600" y="20574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23241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Stop using immediately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00600" y="25908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Revert to v2.28.0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00600" y="28575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Find alternative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04800" y="3429000"/>
          <a:ext cx="8534400" cy="1714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5086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Comparison: Old vs New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762000"/>
          <a:ext cx="8534400" cy="40767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</a:tblGrid>
              <a:tr h="5095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Old System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New System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Policy Enforcement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Manual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Automated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Alternative Finding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Manual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Automated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Change Monitoring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Real-time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Compliance Score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Unknown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0-100%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Risk Assessment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4 Levels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Time to Resolution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3-5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4-8 hours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Manual Effort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8 hrs/week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</a:rPr>
                        <a:t>2 hrs/week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857250"/>
            <a:ext cx="2986980" cy="1828800"/>
          </a:xfrm>
          <a:prstGeom prst="roundRect">
            <a:avLst>
              <a:gd name="adj" fmla="val 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857250"/>
            <a:ext cx="0" cy="182880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5300" y="1009650"/>
            <a:ext cx="2696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System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5300" y="1352550"/>
            <a:ext cx="264408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policy checking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search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tracking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resolve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762250"/>
            <a:ext cx="2986980" cy="1828800"/>
          </a:xfrm>
          <a:prstGeom prst="roundRect">
            <a:avLst>
              <a:gd name="adj" fmla="val 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2762250"/>
            <a:ext cx="0" cy="182880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2914650"/>
            <a:ext cx="2696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System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5300" y="3257550"/>
            <a:ext cx="264408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enforcement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alternatives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resolve</a:t>
            </a:r>
            <a:endParaRPr lang="en-US" sz="13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596580" y="758279"/>
          <a:ext cx="5242620" cy="393189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Missing License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2305050"/>
            <a:ext cx="41784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 2-3 days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4800" y="2609850"/>
            <a:ext cx="41784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research, wait for responses, finally add curation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6094" y="2286000"/>
            <a:ext cx="4133106" cy="91440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25144" y="2305050"/>
            <a:ext cx="41769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30 minutes - 95% Faster!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5144" y="2609850"/>
            <a:ext cx="41769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Auto-checks PyPI, runs ScanCode, AI suggests license, developer verifies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82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Forbidden GPL Package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9240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1526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 1-2 weeks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8384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0670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1-2 days - 90% Faster!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692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License Changed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9240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1526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 Discovered months later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8384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0670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Caught before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ROI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9240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1526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Benefit: $243,400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8384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0670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6,661%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9240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1526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 vs 8 hrs | 95%+ vs 60-70%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8384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0670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violations | 4-8 hrs vs 3-5 days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9240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1526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87%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8384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0670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Approved: 86% | Conditional: 9% | Forbidden: 4%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&amp; KPIs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895350"/>
            <a:ext cx="4191000" cy="175260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477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Metrics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314450"/>
            <a:ext cx="38862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Score: Target &gt;95%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Time: &lt; 24 hours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Time: &lt; 48 hours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Violations: 0 in production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8200" y="895350"/>
            <a:ext cx="4191000" cy="175260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00600" y="10477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Metrics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0600" y="1314450"/>
            <a:ext cx="38862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 Scan: &lt; 2 hours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Interventions: &lt; 5/month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Cycle: &lt; 3 days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Rate: &gt;80%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04800" y="2800350"/>
          <a:ext cx="85344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1977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Compliance Dashboard</a:t>
            </a:r>
            <a:endParaRPr lang="en-US" sz="2700" dirty="0"/>
          </a:p>
        </p:txBody>
      </p:sp>
      <p:pic>
        <p:nvPicPr>
          <p:cNvPr id="3" name="Image 0" descr="/tmp/rasterized-gradient-9bc93a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895350"/>
            <a:ext cx="3413671" cy="1028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6111" y="1047750"/>
            <a:ext cx="3171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26111" y="1543050"/>
            <a:ext cx="31710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Score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04800" y="2000250"/>
            <a:ext cx="3413671" cy="140970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2152650"/>
            <a:ext cx="3171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457450"/>
            <a:ext cx="3171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Approved: 86%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724150"/>
            <a:ext cx="3171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Conditional: 9%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990850"/>
            <a:ext cx="3171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Forbidden: 4%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04800" y="3486150"/>
            <a:ext cx="3413671" cy="11430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7200" y="3638550"/>
            <a:ext cx="3171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943350"/>
            <a:ext cx="3171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New: 234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4210050"/>
            <a:ext cx="3171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Violations: 15</a:t>
            </a:r>
            <a:endParaRPr lang="en-US" sz="15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023271" y="956221"/>
          <a:ext cx="4815929" cy="361191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9240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1526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Kickoff | Week 2-3: Pilot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838450"/>
            <a:ext cx="8534400" cy="7620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0670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2: Rollout | Month 3+: Full Adoption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2055" y="800100"/>
            <a:ext cx="31198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800"/>
              </a:spcAft>
              <a:buNone/>
            </a:pPr>
            <a:r>
              <a:rPr lang="en-US" sz="4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500" dirty="0"/>
          </a:p>
        </p:txBody>
      </p:sp>
      <p:pic>
        <p:nvPicPr>
          <p:cNvPr id="3" name="Image 0" descr="/tmp/rasterized-gradient-eafb11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36" y="1752600"/>
            <a:ext cx="6422529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30081" y="1752600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96510" y="2095500"/>
            <a:ext cx="6550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policy-driven compliance system with 75% effort reduction and 95%+ coverage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60736" y="2514600"/>
            <a:ext cx="2039243" cy="9144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495791" y="2667000"/>
            <a:ext cx="17691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95791" y="3048000"/>
            <a:ext cx="17691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Enforcement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52379" y="2514600"/>
            <a:ext cx="2039243" cy="9144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687434" y="2667000"/>
            <a:ext cx="17691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687434" y="3048000"/>
            <a:ext cx="17691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Finding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44021" y="2514600"/>
            <a:ext cx="2039243" cy="9144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79077" y="2667000"/>
            <a:ext cx="17691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5879077" y="3048000"/>
            <a:ext cx="17691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Monitoring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60736" y="3733800"/>
            <a:ext cx="6422529" cy="609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296510" y="3733800"/>
            <a:ext cx="6550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96510" y="4076700"/>
            <a:ext cx="6550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compliance-team@company.com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License Curation Workflow</dc:title>
  <dc:subject>PptxGenJS Presentation</dc:subject>
  <dc:creator>License Compliance Team</dc:creator>
  <cp:lastModifiedBy>License Compliance Team</cp:lastModifiedBy>
  <cp:revision>1</cp:revision>
  <dcterms:created xsi:type="dcterms:W3CDTF">2025-11-17T06:06:52Z</dcterms:created>
  <dcterms:modified xsi:type="dcterms:W3CDTF">2025-11-17T06:06:52Z</dcterms:modified>
</cp:coreProperties>
</file>